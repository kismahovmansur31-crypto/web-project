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69827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Интерактивная фотогалерея Polaroid Wall на Flask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011388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Автор: Кишмахов Мансур Расулович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402434"/>
            <a:ext cx="1224260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444925"/>
            <a:ext cx="105415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УЧЕБНЫЙ ПРОЕКТ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791221" y="3397672"/>
            <a:ext cx="1224186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81039" y="3444925"/>
            <a:ext cx="104455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WEB-РАЗРАБОТКА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35310"/>
            <a:ext cx="2990404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Идея проекта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219" y="973931"/>
            <a:ext cx="5262563" cy="37207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4396" y="1730722"/>
            <a:ext cx="2698998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Интерактивный ретро-альбом, вдохновлённый эстетикой мгновенных снимков. Главный экран содержит сетку из 6 полароид-карточек с возможностью динамической загрузки фотографий и редактирования подписей в реальном времени.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004396" y="3056037"/>
            <a:ext cx="2698998" cy="881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 объединяет ностальгию по аналоговой фотографии с современными веб-технологиями, создавая бесшовный пользовательский опыт без перезагрузок страницы.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30957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Цели и задачи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957462"/>
            <a:ext cx="2622724" cy="1955081"/>
          </a:xfrm>
          <a:prstGeom prst="roundRect">
            <a:avLst>
              <a:gd name="adj" fmla="val 304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2103983"/>
            <a:ext cx="2329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Автоматизация обработки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631951"/>
            <a:ext cx="232968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Интеллектуальное кадрирование изображений любого формата в идеальные квадраты без искажений и ручной работы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957462"/>
            <a:ext cx="2622724" cy="1955081"/>
          </a:xfrm>
          <a:prstGeom prst="roundRect">
            <a:avLst>
              <a:gd name="adj" fmla="val 304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7122" y="21039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Бесшовный UX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7122" y="2410495"/>
            <a:ext cx="232968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Мгновенное сохранение изменений без кнопок «Применить» или перезагрузки страницы — максимально простой интерфейс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957462"/>
            <a:ext cx="2622724" cy="1955081"/>
          </a:xfrm>
          <a:prstGeom prst="roundRect">
            <a:avLst>
              <a:gd name="adj" fmla="val 304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1605" y="2103983"/>
            <a:ext cx="20716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Организация хранения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1605" y="2410495"/>
            <a:ext cx="2329681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Удобная структура для локального хранения медиафайлов с чётким разделением загрузок и статических ресурсов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17997"/>
            <a:ext cx="403361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Технологический стек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176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051745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и Flask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обеспечивают лёгкую маршрутизацию запросов и серверную логику приложения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491160"/>
            <a:ext cx="22374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Обработка изображений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925217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Pillow (PIL)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выполняет интеллектуальное кадрирование и трансформацию фото в квадратный формат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3646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3798689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HTML5, CSS3, Jinja2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создают адаптивный минималистичный интерфейс с эффектом glassmorphism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24594"/>
            <a:ext cx="2842320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Архитектура проекта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2453" y="802779"/>
            <a:ext cx="5379021" cy="34968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45673" y="2698471"/>
            <a:ext cx="1616259" cy="202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main.py — Вход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188775" y="1555866"/>
            <a:ext cx="1336108" cy="404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templates — Jinja2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54750" y="2583088"/>
            <a:ext cx="1206807" cy="404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static/css — Стили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303709" y="3279875"/>
            <a:ext cx="1134973" cy="404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static/uploads — Фото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80182" y="4385593"/>
            <a:ext cx="7183562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 организован по принципу разделения ответственности: основной файл управляет логикой, шаблоны отвечают за представление, статические файлы строго разделены на стили и пользовательский контент. Такая структура облегчает масштабирование и поддержку кода.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377800"/>
            <a:ext cx="343339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Логика Backend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0640" y="1139428"/>
            <a:ext cx="2282503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Маршрутизация запросов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80640" y="1486942"/>
            <a:ext cx="2646164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обрабатывает три основных маршрута: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80640" y="2039317"/>
            <a:ext cx="2646164" cy="1405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"/"</a:t>
            </a:r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корневая страница с рендерингом галереи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"/upload"</a:t>
            </a:r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POST-обработчик загрузки изображений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"/save_caption"</a:t>
            </a:r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POST-обработчик сохранения подписей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80640" y="3564285"/>
            <a:ext cx="2646164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Перед рендерингом система проверяет физическое существование файлов на диске, чтобы динамически отображать только заполненные слоты галереи.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6579" y="1399877"/>
            <a:ext cx="5201469" cy="29722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55688"/>
            <a:ext cx="447660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Обработка изображений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55378"/>
            <a:ext cx="21272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Функция process_photo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389436"/>
            <a:ext cx="8151763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Использует алгоритм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ImageOps.fit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из библиотеки Pillow для автоматического центрирования и кадрирования изображений.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007296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вход принимаются картинки любого формата и соотношения сторон. На выходе всегда получается идеальный квадрат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800×800 пикселей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без искажений пропорций — система вырезает центральную область с максимальным сохранением композиции.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13594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Интерфейс и UX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952699"/>
            <a:ext cx="2622724" cy="2177207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933649"/>
            <a:ext cx="2622724" cy="76200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5" name="Shape 3"/>
          <p:cNvSpPr/>
          <p:nvPr/>
        </p:nvSpPr>
        <p:spPr>
          <a:xfrm>
            <a:off x="1594805" y="1740098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1722351" y="184643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6927" y="23070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CSS Grid сетка 3×2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6927" y="2613571"/>
            <a:ext cx="23011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Адаптивная раскладка из шести полароид-карточек с автоматическим выравниванием и равными отступами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1952699"/>
            <a:ext cx="2622724" cy="2177207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0601" y="1933649"/>
            <a:ext cx="2622724" cy="76200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11" name="Shape 9"/>
          <p:cNvSpPr/>
          <p:nvPr/>
        </p:nvSpPr>
        <p:spPr>
          <a:xfrm>
            <a:off x="4359287" y="1740098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4486833" y="184643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1410" y="2307059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Невидимые input-элементы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21410" y="2835027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Поля загрузки файлов скрыты за стилизованными карточками — интерфейс остаётся визуально чистым и минималистичным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083" y="1952699"/>
            <a:ext cx="2622724" cy="2177207"/>
          </a:xfrm>
          <a:prstGeom prst="roundRect">
            <a:avLst>
              <a:gd name="adj" fmla="val 4200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25083" y="1933649"/>
            <a:ext cx="2622724" cy="76200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17" name="Shape 15"/>
          <p:cNvSpPr/>
          <p:nvPr/>
        </p:nvSpPr>
        <p:spPr>
          <a:xfrm>
            <a:off x="7123770" y="1740098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7251316" y="184643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85892" y="2307059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Событие onblur для автосохранения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85892" y="2835027"/>
            <a:ext cx="23011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отслеживает потерю фокуса на текстовых полях и мгновенно отправляет изменения на сервер без кнопки «Сохранить»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87214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Результаты работы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942802"/>
            <a:ext cx="4107135" cy="1913483"/>
          </a:xfrm>
          <a:prstGeom prst="roundRect">
            <a:avLst>
              <a:gd name="adj" fmla="val 5334"/>
            </a:avLst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084561"/>
            <a:ext cx="19165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Достижения проекта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447776"/>
            <a:ext cx="382361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Создано полностью функциональное веб-приложение с адаптивным интерфейсом и эффектом glassmorphism, обеспечивающее мгновенную обработку фотографий и бесшовное взаимодействие.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070348"/>
            <a:ext cx="390294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Освоены навыки работы с файловой системой и бинарными данными в Python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Реализован легковесный backend без избыточных зависимостей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 интуитивный UX без лишних элементов управления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Достигнута высокая скорость работы приложения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1172"/>
            <a:ext cx="417105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Перспективы развития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708720" y="2214711"/>
            <a:ext cx="2410048" cy="141759"/>
          </a:xfrm>
          <a:prstGeom prst="roundRect">
            <a:avLst>
              <a:gd name="adj" fmla="val 4200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2072915"/>
            <a:ext cx="425276" cy="425276"/>
          </a:xfrm>
          <a:prstGeom prst="roundRect">
            <a:avLst>
              <a:gd name="adj" fmla="val 6719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2456" y="2179253"/>
            <a:ext cx="212601" cy="2126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263998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Интеграция БД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946499"/>
            <a:ext cx="23392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Внедрение SQLAlchemy/SQLite для хранения метаданных, организации коллекций и разделения прав доступа между пользователями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3202" y="2002036"/>
            <a:ext cx="2410048" cy="141759"/>
          </a:xfrm>
          <a:prstGeom prst="roundRect">
            <a:avLst>
              <a:gd name="adj" fmla="val 4200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60601" y="1860240"/>
            <a:ext cx="425276" cy="425276"/>
          </a:xfrm>
          <a:prstGeom prst="roundRect">
            <a:avLst>
              <a:gd name="adj" fmla="val 6719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6939" y="1966578"/>
            <a:ext cx="212601" cy="2126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2360" y="242731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Система аккаунтов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02360" y="2733824"/>
            <a:ext cx="23392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личных кабинетов с аутентификацией, позволяющих каждому пользователю управлять своими галереями независимо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37684" y="1789435"/>
            <a:ext cx="2410048" cy="141759"/>
          </a:xfrm>
          <a:prstGeom prst="roundRect">
            <a:avLst>
              <a:gd name="adj" fmla="val 4200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025083" y="1647639"/>
            <a:ext cx="425276" cy="425276"/>
          </a:xfrm>
          <a:prstGeom prst="roundRect">
            <a:avLst>
              <a:gd name="adj" fmla="val 6719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1421" y="1753977"/>
            <a:ext cx="212601" cy="2126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6842" y="2214711"/>
            <a:ext cx="23392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Расширение функционала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66842" y="2742679"/>
            <a:ext cx="2339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Добавление художественных фотофильтров, кнопки массовой очистки слотов и возможности экспорта галереи в PDF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2026-05-13T19:20:35Z</dcterms:created>
  <dcterms:modified xsi:type="dcterms:W3CDTF">2026-05-13T19:20:35Z</dcterms:modified>
</cp:coreProperties>
</file>